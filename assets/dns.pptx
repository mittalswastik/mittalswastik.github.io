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61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72098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8863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99028940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99028940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92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9902894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9902894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452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99028940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99028940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168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990289405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990289405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262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99028940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99028940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723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990289405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990289405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822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99028940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99028940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776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99028940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990289405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339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99028940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99028940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964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990289405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990289405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records, Name server records, Start of Authority record, canonical name record.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en" i="1">
                <a:solidFill>
                  <a:schemeClr val="dk1"/>
                </a:solidFill>
                <a:highlight>
                  <a:srgbClr val="FFFFFF"/>
                </a:highlight>
              </a:rPr>
              <a:t>&lt;serial-number&gt;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value is used by the slave to determine if it is using outdated zone data and should refresh it.</a:t>
            </a:r>
            <a:r>
              <a:rPr lang="en" i="1">
                <a:solidFill>
                  <a:schemeClr val="dk1"/>
                </a:solidFill>
                <a:highlight>
                  <a:srgbClr val="FFFFFF"/>
                </a:highlight>
              </a:rPr>
              <a:t>&lt;time-to-retry&gt;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tells the slave nameserver the interval to wait before issuing another refresh request, if the master nameserver is not answering.The </a:t>
            </a:r>
            <a:r>
              <a:rPr lang="en" i="1">
                <a:solidFill>
                  <a:schemeClr val="dk1"/>
                </a:solidFill>
                <a:highlight>
                  <a:srgbClr val="FFFFFF"/>
                </a:highlight>
              </a:rPr>
              <a:t>&lt;minimum-TTL&gt;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requests that other nameservers cache the zone's information for at least this amount of time.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4550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990289405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990289405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377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99028940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99028940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2635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990289405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990289405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208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99028940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990289405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7192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99028940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99028940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7697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99028940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99028940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9994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99028940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99028940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143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990289405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990289405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860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8819fec6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8819fec6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198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as a Service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Hybrid Cloud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5399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1424975"/>
            <a:ext cx="8520600" cy="32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00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</a:t>
            </a:r>
            <a:r>
              <a:rPr lang="en"/>
              <a:t>ivyapuja</a:t>
            </a:r>
            <a:endParaRPr/>
          </a:p>
          <a:p>
            <a:pPr marL="3200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</a:t>
            </a:r>
            <a:r>
              <a:rPr lang="en"/>
              <a:t>avin</a:t>
            </a:r>
            <a:endParaRPr/>
          </a:p>
          <a:p>
            <a:pPr marL="3200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</a:t>
            </a:r>
            <a:r>
              <a:rPr lang="en"/>
              <a:t>riram (as a)</a:t>
            </a:r>
            <a:endParaRPr/>
          </a:p>
          <a:p>
            <a:pPr marL="3200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</a:t>
            </a:r>
            <a:r>
              <a:rPr lang="en"/>
              <a:t>wastik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- Why and What?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Servers with database of public ip addresses corresponding to given hostname.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to remember name than ip address.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 u="sng">
                <a:solidFill>
                  <a:schemeClr val="accent5"/>
                </a:solidFill>
                <a:hlinkClick r:id="rId3"/>
              </a:rPr>
              <a:t>www.google.com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216.58.217.132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for Hybrid Cloud : Rapid movement into Cloud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services are on-prem, some are in cloud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need to be resolved over VPN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Bind9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Berkeley Internet Name Domain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Importance of Open Source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to configure own Domain Name System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From User (Northbound)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Yaml file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 confusing format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 on number of Subnets in each VPC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limit on VPC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UserInput.yml will be placed in /etc folder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531800"/>
            <a:ext cx="8520600" cy="40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0"/>
            <a:ext cx="716614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South Bound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Mostly Ansible for easy configuration &amp; segregation of tasks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Earlier VM, now docker containers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Ready with soup as images containing DNS files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Infrastructure is build according to user input using ansible and Python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Maintains naming convention as per user input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configurations are all files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Bind9 Configuration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l="22885" t="19227" r="23278" b="5312"/>
          <a:stretch/>
        </p:blipFill>
        <p:spPr>
          <a:xfrm>
            <a:off x="1935375" y="1072100"/>
            <a:ext cx="5254248" cy="414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288125"/>
            <a:ext cx="8520600" cy="42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 rotWithShape="1">
          <a:blip r:embed="rId3">
            <a:alphaModFix/>
          </a:blip>
          <a:srcRect l="22997" t="19982" r="23255" b="7088"/>
          <a:stretch/>
        </p:blipFill>
        <p:spPr>
          <a:xfrm>
            <a:off x="1935351" y="94538"/>
            <a:ext cx="6491026" cy="495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119600" y="201150"/>
            <a:ext cx="8937300" cy="48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DB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125" y="995350"/>
            <a:ext cx="773430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File Resource Records</a:t>
            </a:r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Record : Name-IP mapping as well as default IP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NS Record : FQDN for authoritative nameservers for a zone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SOA Record :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CNAME Records : Saves alias of host names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913" y="1947863"/>
            <a:ext cx="60102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311700" y="107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 rotWithShape="1">
          <a:blip r:embed="rId3">
            <a:alphaModFix/>
          </a:blip>
          <a:srcRect l="1555" t="4998" b="1917"/>
          <a:stretch/>
        </p:blipFill>
        <p:spPr>
          <a:xfrm>
            <a:off x="1206900" y="570825"/>
            <a:ext cx="6882450" cy="42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Our Dns Works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650" y="1072275"/>
            <a:ext cx="5968974" cy="39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850" y="206775"/>
            <a:ext cx="631491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925" y="206775"/>
            <a:ext cx="7494499" cy="458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311700" y="64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Tunnel Solution</a:t>
            </a:r>
            <a:endParaRPr/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675" y="637175"/>
            <a:ext cx="5610175" cy="43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Balancing</a:t>
            </a:r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 Dns is the bottleneck as it resolves most of the queries.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create two central dns and load balance dns queries between them.</a:t>
            </a:r>
            <a:endParaRPr/>
          </a:p>
        </p:txBody>
      </p:sp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950" y="2016900"/>
            <a:ext cx="5267325" cy="30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Our Solution Is Different</a:t>
            </a:r>
            <a:endParaRPr dirty="0"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 smtClean="0"/>
              <a:t>Users </a:t>
            </a:r>
            <a:r>
              <a:rPr lang="en" dirty="0"/>
              <a:t>can host any server with their domain name of a type in a subnet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Two VPC can have same subnets so we cannot allow general user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Automatic concatenation for hostname 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88" y="296125"/>
            <a:ext cx="7955024" cy="43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00" y="285750"/>
            <a:ext cx="8882600" cy="44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359</Words>
  <Application>Microsoft Office PowerPoint</Application>
  <PresentationFormat>On-screen Show (16:9)</PresentationFormat>
  <Paragraphs>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DNS as a Service</vt:lpstr>
      <vt:lpstr>Team Members</vt:lpstr>
      <vt:lpstr>DNS - Why and What?</vt:lpstr>
      <vt:lpstr>Bind9</vt:lpstr>
      <vt:lpstr>Input From User (Northbound)</vt:lpstr>
      <vt:lpstr>PowerPoint Presentation</vt:lpstr>
      <vt:lpstr>South Bound</vt:lpstr>
      <vt:lpstr>DNS Bind9 Configuration</vt:lpstr>
      <vt:lpstr>PowerPoint Presentation</vt:lpstr>
      <vt:lpstr>PowerPoint Presentation</vt:lpstr>
      <vt:lpstr>Zone File Resource Records</vt:lpstr>
      <vt:lpstr>Architecture</vt:lpstr>
      <vt:lpstr>How Our Dns Works</vt:lpstr>
      <vt:lpstr>PowerPoint Presentation</vt:lpstr>
      <vt:lpstr>PowerPoint Presentation</vt:lpstr>
      <vt:lpstr>Tunnel Solution</vt:lpstr>
      <vt:lpstr>Load Balancing</vt:lpstr>
      <vt:lpstr>How Our Solution Is Different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 as a Service</dc:title>
  <cp:lastModifiedBy>Divyapuja Vitonde</cp:lastModifiedBy>
  <cp:revision>2</cp:revision>
  <dcterms:modified xsi:type="dcterms:W3CDTF">2018-12-03T03:50:07Z</dcterms:modified>
</cp:coreProperties>
</file>